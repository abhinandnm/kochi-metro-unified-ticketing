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fc8207c831499d" /><Relationship Type="http://schemas.openxmlformats.org/officeDocument/2006/relationships/extended-properties" Target="/docProps/app.xml" Id="R171111b8613a4131" /><Relationship Type="http://schemas.openxmlformats.org/officeDocument/2006/relationships/officeDocument" Target="/ppt/presentation.xml" Id="R8b64eab90d464c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a59d72f55948a1"/>
  </p:sldMasterIdLst>
  <p:notesMasterIdLst>
    <p:notesMasterId xmlns:r="http://schemas.openxmlformats.org/officeDocument/2006/relationships" r:id="R3d7398bf1fbf42f0"/>
  </p:notesMasterIdLst>
  <p:sldIdLst>
    <p:sldId xmlns:r="http://schemas.openxmlformats.org/officeDocument/2006/relationships" id="256" r:id="Rc8e78132562a4ae2"/>
    <p:sldId xmlns:r="http://schemas.openxmlformats.org/officeDocument/2006/relationships" id="257" r:id="R8ad981ac8b044f45"/>
    <p:sldId xmlns:r="http://schemas.openxmlformats.org/officeDocument/2006/relationships" id="258" r:id="Ra2c8004ed23a4f41"/>
    <p:sldId xmlns:r="http://schemas.openxmlformats.org/officeDocument/2006/relationships" id="259" r:id="R3fb6d7563d004c1c"/>
    <p:sldId xmlns:r="http://schemas.openxmlformats.org/officeDocument/2006/relationships" id="260" r:id="R926034f2438343e7"/>
    <p:sldId xmlns:r="http://schemas.openxmlformats.org/officeDocument/2006/relationships" id="261" r:id="Rfa035fd652fe4c2f"/>
    <p:sldId xmlns:r="http://schemas.openxmlformats.org/officeDocument/2006/relationships" id="262" r:id="R9bd6f122ae5a43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950699276a4678" /><Relationship Type="http://schemas.openxmlformats.org/officeDocument/2006/relationships/slideMaster" Target="/ppt/slideMasters/slideMaster1.xml" Id="Rb9a59d72f55948a1" /><Relationship Type="http://schemas.openxmlformats.org/officeDocument/2006/relationships/notesMaster" Target="/ppt/notesMasters/notesMaster1.xml" Id="R3d7398bf1fbf42f0" /><Relationship Type="http://schemas.openxmlformats.org/officeDocument/2006/relationships/presProps" Target="/ppt/presProps.xml" Id="R47f8f6528f6a4acf" /><Relationship Type="http://schemas.openxmlformats.org/officeDocument/2006/relationships/tableStyles" Target="/ppt/tableStyles.xml" Id="Rd1de95eb8ba84d6b" /><Relationship Type="http://schemas.openxmlformats.org/officeDocument/2006/relationships/slide" Target="/ppt/slides/slide1.xml" Id="Rc8e78132562a4ae2" /><Relationship Type="http://schemas.openxmlformats.org/officeDocument/2006/relationships/slide" Target="/ppt/slides/slide2.xml" Id="R8ad981ac8b044f45" /><Relationship Type="http://schemas.openxmlformats.org/officeDocument/2006/relationships/slide" Target="/ppt/slides/slide3.xml" Id="Ra2c8004ed23a4f41" /><Relationship Type="http://schemas.openxmlformats.org/officeDocument/2006/relationships/slide" Target="/ppt/slides/slide4.xml" Id="R3fb6d7563d004c1c" /><Relationship Type="http://schemas.openxmlformats.org/officeDocument/2006/relationships/slide" Target="/ppt/slides/slide5.xml" Id="R926034f2438343e7" /><Relationship Type="http://schemas.openxmlformats.org/officeDocument/2006/relationships/slide" Target="/ppt/slides/slide6.xml" Id="Rfa035fd652fe4c2f" /><Relationship Type="http://schemas.openxmlformats.org/officeDocument/2006/relationships/slide" Target="/ppt/slides/slide7.xml" Id="R9bd6f122ae5a43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93d585b6c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0867f237d49ea" /><Relationship Type="http://schemas.openxmlformats.org/officeDocument/2006/relationships/notesMaster" Target="/ppt/notesMasters/notesMaster1.xml" Id="R4e9fbaba44ed4a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bc69ef460b4d94" /><Relationship Type="http://schemas.openxmlformats.org/officeDocument/2006/relationships/notesMaster" Target="/ppt/notesMasters/notesMaster1.xml" Id="Ra0ad5487fd04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737129666144f0" /><Relationship Type="http://schemas.openxmlformats.org/officeDocument/2006/relationships/notesMaster" Target="/ppt/notesMasters/notesMaster1.xml" Id="Rd37e8c97b513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7b964e3afa4886" /><Relationship Type="http://schemas.openxmlformats.org/officeDocument/2006/relationships/notesMaster" Target="/ppt/notesMasters/notesMaster1.xml" Id="R04b31f6fae6141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64e102505e4a26" /><Relationship Type="http://schemas.openxmlformats.org/officeDocument/2006/relationships/notesMaster" Target="/ppt/notesMasters/notesMaster1.xml" Id="R171b1ac5627f45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1caeca84b54970" /><Relationship Type="http://schemas.openxmlformats.org/officeDocument/2006/relationships/notesMaster" Target="/ppt/notesMasters/notesMaster1.xml" Id="Rc301f82a1ef7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aada6d8bf24db5" /><Relationship Type="http://schemas.openxmlformats.org/officeDocument/2006/relationships/notesMaster" Target="/ppt/notesMasters/notesMaster1.xml" Id="R581fba978e0349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63c489a0b4b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03bb56dc074148" /><Relationship Type="http://schemas.openxmlformats.org/officeDocument/2006/relationships/slideLayout" Target="/ppt/slideLayouts/slideLayout1.xml" Id="R130990b8049740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990b8049740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1130f193d4d21" /><Relationship Type="http://schemas.openxmlformats.org/officeDocument/2006/relationships/notesSlide" Target="/ppt/notesSlides/notesSlide1.xml" Id="R456e9c03111f43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76c5e7e1b43f9" /><Relationship Type="http://schemas.openxmlformats.org/officeDocument/2006/relationships/notesSlide" Target="/ppt/notesSlides/notesSlide2.xml" Id="Rf065ac20a0c844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60f9ed8aa4dd0" /><Relationship Type="http://schemas.openxmlformats.org/officeDocument/2006/relationships/notesSlide" Target="/ppt/notesSlides/notesSlide3.xml" Id="R6edf0488fab6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50bec6e334107" /><Relationship Type="http://schemas.openxmlformats.org/officeDocument/2006/relationships/image" Target="/ppt/media/image.png" Id="R1a669b1016d541c6" /><Relationship Type="http://schemas.openxmlformats.org/officeDocument/2006/relationships/notesSlide" Target="/ppt/notesSlides/notesSlide4.xml" Id="R30cdbad904b74e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adc76d3424178" /><Relationship Type="http://schemas.openxmlformats.org/officeDocument/2006/relationships/notesSlide" Target="/ppt/notesSlides/notesSlide5.xml" Id="R3da6ae08300c44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ded8dc6ae40ce" /><Relationship Type="http://schemas.openxmlformats.org/officeDocument/2006/relationships/notesSlide" Target="/ppt/notesSlides/notesSlide6.xml" Id="R6cc584e7dd7746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b933bb9504c97" /><Relationship Type="http://schemas.openxmlformats.org/officeDocument/2006/relationships/notesSlide" Target="/ppt/notesSlides/notesSlide7.xml" Id="Rd62c753028484d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3C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88CA4-45E0-4F08-8EDC-E86887A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52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77CB9-BD2E-461E-BDD3-CF1557F5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5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DA378-6ED2-4DCD-9805-B80754E6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627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KMRL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CEC65-3A85-431C-87DC-EBF4160D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Kochi Metro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Unified Ticketing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6347E-FB27-4306-A387-B9715CBA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DE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DEB8C"/>
                </a:solidFill>
                <a:latin typeface="Arial"/>
                <a:ea typeface="Arial"/>
                <a:cs typeface="Arial"/>
              </a:rPr>
              <a:t>One metro ticket. One guided last-mile journey.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30E7E-2BAE-4C4E-8FFC-DC47E742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D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DD6"/>
                </a:solidFill>
                <a:latin typeface="Arial"/>
                <a:ea typeface="Arial"/>
                <a:cs typeface="Arial"/>
              </a:rPr>
              <a:t>A smart platform that connects passenger bookings, destination-aware clusters, and last-mile drivers through one live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E16D4-0B1D-4E4F-A445-C85B44FB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7160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D5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922B6-D6B2-4DFB-B96A-A040208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621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METRO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LAST MILE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BFDB2-70AD-4296-81B6-B1D3F096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DD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DD6"/>
                </a:solidFill>
                <a:latin typeface="Arial"/>
                <a:ea typeface="Arial"/>
                <a:cs typeface="Arial"/>
              </a:rPr>
              <a:t>Passenger Portal  •  Driver Portal  •  Flask API</a:t>
            </a:r>
          </a:p>
        </p:txBody>
      </p:sp>
    </p:spTree>
    <p:extLst>
      <p:ext uri="{BB962C8B-B14F-4D97-AF65-F5344CB8AC3E}">
        <p14:creationId xmlns:p14="http://schemas.microsoft.com/office/powerpoint/2010/main" val="1269181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56D4E-6BD7-4D40-8B0A-8E041168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5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F886A-ECB1-4F3B-B0BD-4B9D9F31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IDENTIFIED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699BE-9C61-49E6-A371-267AEBEC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The metro journey breaks at the last mile.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5EFAF-5843-487B-A184-87E149CA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746D"/>
                </a:solidFill>
                <a:latin typeface="Arial"/>
                <a:ea typeface="Arial"/>
                <a:cs typeface="Arial"/>
              </a:rPr>
              <a:t>KMRL UNIFIED TICKETING  /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2FEC9-9422-4569-AB3A-E436EA70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Passengers leave the station without a clear, affordable, or coordinated way to reach their actual destination.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27432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E2DC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5B6BE-11DE-4EAC-9599-A7BC923D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5C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5C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BF20A-5306-411F-BF03-03F7F76A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Fragmented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AD015-D300-4116-9324-B8C7D0C0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Metro, cab, payment, and pickup guidance are separate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DD2C-B1FA-48EE-BCF5-DE886808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9A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9A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6BCA2-B9A8-43FB-A9AE-6093B4E6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Low ride efficiency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10341-6465-486F-8BC5-FC7AE325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Drivers receive individual trips instead of ready passenger groups.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2DF81-B2FE-4BD0-8870-5B14F066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3C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3C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84393-360C-45BA-ACB2-FECDAE87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Limited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65F6F-8F2C-4DF8-8638-5E486AF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KMRL cannot easily coordinate the last-mile handoff through one flow.</a:t>
            </a:r>
          </a:p>
        </p:txBody>
      </p:sp>
    </p:spTree>
    <p:extLst>
      <p:ext uri="{BB962C8B-B14F-4D97-AF65-F5344CB8AC3E}">
        <p14:creationId xmlns:p14="http://schemas.microsoft.com/office/powerpoint/2010/main" val="857823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3C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C8D07-CD90-40AB-BAE7-C903E32F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CE680-895F-4E16-882E-488385F3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E0E80-F28E-49EF-8D94-DB0FC80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Unified Booking turns a ticket into a complete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FDF1B-0039-4BFF-9D0A-4166B7F9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746D"/>
                </a:solidFill>
                <a:latin typeface="Arial"/>
                <a:ea typeface="Arial"/>
                <a:cs typeface="Arial"/>
              </a:rPr>
              <a:t>KMRL UNIFIED TICKETING  /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233AB-F978-4E12-B0D8-48F9706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D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DD6"/>
                </a:solidFill>
                <a:latin typeface="Arial"/>
                <a:ea typeface="Arial"/>
                <a:cs typeface="Arial"/>
              </a:rPr>
              <a:t>The passenger books for the real final destination. The platform coordinates the rest.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638300" y="34861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BBAE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591050" y="34861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BBAE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7543800" y="34861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BBAE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EC6EE-1D2B-4AAF-92DE-3DA6E1F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89969-2554-4CFD-96C3-C52A342E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E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6D8C5-8CE8-4D59-89D0-C443685E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24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3C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3C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329FE-D77E-4D9E-8B06-08FA6394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D6AF6-F011-4DBA-BF2D-1488C85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Metro station + final destination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5DCA3-2E92-4984-8648-B4DBFD5B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37815-4A08-4A1C-8CEB-AEF7F30E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E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451F6-1C29-435A-9D43-9E8BFBF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124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3C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3C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A4FBE-6D05-4EAD-AFF5-995E6A49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33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AD3BC-EA87-4A6C-A362-F13351AB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95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Nearest handoff station + pickup zone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E2657-18B6-45C9-8A95-A1B95A2A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0512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C1379-6E15-4BFA-A9C4-4C1971F9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E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1B152-8130-46D7-A3F0-67DA0F99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24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3C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3C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F1811-32B7-4E69-B460-0F10E22D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33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Group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099B0-4981-42C5-B2F6-0538B524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Compatible passengers form a cluster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7D053-70A1-4E8C-9852-01967D3B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0512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7F6F9-1555-4427-9930-0CCFCE79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EB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CDF94-43EC-46C6-A95C-3C47B68C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24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3C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3C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CFA64-E6C5-4CBE-B57B-E5FF8C7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33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Ride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65CB9D-0CFD-4BEC-B792-713199D5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9525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Driver assignment and trip completion</a:t>
            </a:r>
          </a:p>
        </p:txBody>
      </p:sp>
    </p:spTree>
    <p:extLst>
      <p:ext uri="{BB962C8B-B14F-4D97-AF65-F5344CB8AC3E}">
        <p14:creationId xmlns:p14="http://schemas.microsoft.com/office/powerpoint/2010/main" val="905360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D4BF9-2BE1-40B6-A878-D864E14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5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471FB-A4E1-4B77-8A71-DA33BEB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05CD-0FA8-4261-952A-14F2000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A live booking becomes a live driver cluster.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496D0-E555-4C5F-A915-E98B294D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746D"/>
                </a:solidFill>
                <a:latin typeface="Arial"/>
                <a:ea typeface="Arial"/>
                <a:cs typeface="Arial"/>
              </a:rPr>
              <a:t>KMRL UNIFIED TICKETING  /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1EF9E-C36B-481A-9B9A-83E0CC1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The two portals are separate React applications, but both see the same booking state through the Flask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9244B-2D95-4CBB-8C76-FF5265D8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4905375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A380F-18C3-42BE-9F4F-832899E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What the passenger sees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09463-F4C6-43C6-B3A3-92D8C5D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42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• Cluster created</a:t>
            </a:r>
          </a:p>
          <a:p xmlns:a="http://schemas.openxmlformats.org/drawingml/2006/main">
            <a:pPr algn="l">
              <a:defRPr sz="150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• Assigned pickup zone</a:t>
            </a:r>
          </a:p>
          <a:p xmlns:a="http://schemas.openxmlformats.org/drawingml/2006/main">
            <a:pPr algn="l">
              <a:defRPr sz="150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• Driver accepted your trip</a:t>
            </a:r>
          </a:p>
          <a:p xmlns:a="http://schemas.openxmlformats.org/drawingml/2006/main">
            <a:pPr algn="l">
              <a:defRPr sz="150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• Trip completed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69b1016d541c6"/>
          <a:srcRect xmlns:a="http://schemas.openxmlformats.org/drawingml/2006/main" l="22673" t="0" r="226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524000"/>
            <a:ext cx="476250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46CA9-5F6F-432B-951A-DC6D853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Driver Portal — real-time cluster operations</a:t>
            </a:r>
          </a:p>
        </p:txBody>
      </p:sp>
    </p:spTree>
    <p:extLst>
      <p:ext uri="{BB962C8B-B14F-4D97-AF65-F5344CB8AC3E}">
        <p14:creationId xmlns:p14="http://schemas.microsoft.com/office/powerpoint/2010/main" val="1609637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915EB-5CEA-4A59-8E89-E5972906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5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95AE7-DC37-4978-92F5-CA77C2A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329FC-3B54-4DCD-A0F3-73A74376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Two React portals connect through one Flask REST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28EFC-696F-4B9B-A05D-CF9ADA18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746D"/>
                </a:solidFill>
                <a:latin typeface="Arial"/>
                <a:ea typeface="Arial"/>
                <a:cs typeface="Arial"/>
              </a:rPr>
              <a:t>KMRL UNIFIED TICKETING  /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7BFA8-8DBC-4377-883C-B9771A55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Passenger and driver portals never communicate directly. The API owns booking, cluster, and trip status.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3619500" y="36004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D5C54"/>
            </a:solidFill>
            <a:prstDash val="solid"/>
          </a:ln>
        </p:spPr>
      </p:cxnSp>
      <p:cxnSp>
        <p:nvCxnSpPr>
          <p:cNvPr id="24" name=""/>
          <p:cNvCxnSpPr/>
          <p:nvPr/>
        </p:nvCxnSpPr>
        <p:spPr>
          <a:xfrm xmlns:a="http://schemas.openxmlformats.org/drawingml/2006/main">
            <a:off x="6572250" y="36004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D5C5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C68A1-8E75-4E2B-944E-8403FAC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857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1CB98-D572-4E96-9E8A-F5AA0D32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8575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93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C2AF8-DE5F-4884-A18E-07648917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857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7B339-66F0-4FBC-84E2-E99B2ECF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Passenger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7F90E-0DBC-4FF8-ACE6-6F490B3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 algn="l">
              <a:defRPr sz="12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Booking and journey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05705-AF3A-4C5C-AE86-86F238BB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76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Flask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C9A20-1A77-44C7-8D7A-F125DF3D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E7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7E0"/>
                </a:solidFill>
                <a:latin typeface="Arial"/>
                <a:ea typeface="Arial"/>
                <a:cs typeface="Arial"/>
              </a:rPr>
              <a:t>Bookings</a:t>
            </a:r>
          </a:p>
          <a:p xmlns:a="http://schemas.openxmlformats.org/drawingml/2006/main">
            <a:pPr algn="l">
              <a:defRPr sz="1275" b="0">
                <a:solidFill>
                  <a:srgbClr val="D5E7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7E0"/>
                </a:solidFill>
                <a:latin typeface="Arial"/>
                <a:ea typeface="Arial"/>
                <a:cs typeface="Arial"/>
              </a:rPr>
              <a:t>Clusters</a:t>
            </a:r>
          </a:p>
          <a:p xmlns:a="http://schemas.openxmlformats.org/drawingml/2006/main">
            <a:pPr algn="l">
              <a:defRPr sz="1275" b="0">
                <a:solidFill>
                  <a:srgbClr val="D5E7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7E0"/>
                </a:solidFill>
                <a:latin typeface="Arial"/>
                <a:ea typeface="Arial"/>
                <a:cs typeface="Arial"/>
              </a:rPr>
              <a:t>Driver assignment</a:t>
            </a:r>
          </a:p>
          <a:p xmlns:a="http://schemas.openxmlformats.org/drawingml/2006/main">
            <a:pPr algn="l">
              <a:defRPr sz="1275" b="0">
                <a:solidFill>
                  <a:srgbClr val="D5E7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7E0"/>
                </a:solidFill>
                <a:latin typeface="Arial"/>
                <a:ea typeface="Arial"/>
                <a:cs typeface="Arial"/>
              </a:rPr>
              <a:t>Trip completion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41922-E503-43BA-AC2A-289954AF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Driver Portal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0F4ED-8896-445C-B480-E1DAEBE6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 algn="l">
              <a:defRPr sz="12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Live cluster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B94CF-DD3D-4D0B-A1DD-E9F40F7A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5C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5C54"/>
                </a:solidFill>
                <a:latin typeface="Arial"/>
                <a:ea typeface="Arial"/>
                <a:cs typeface="Arial"/>
              </a:rPr>
              <a:t>AWS EC2  •  Gunicorn  •  Nginx  •  SQLite</a:t>
            </a:r>
          </a:p>
        </p:txBody>
      </p:sp>
    </p:spTree>
    <p:extLst>
      <p:ext uri="{BB962C8B-B14F-4D97-AF65-F5344CB8AC3E}">
        <p14:creationId xmlns:p14="http://schemas.microsoft.com/office/powerpoint/2010/main" val="1929263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DA392-DFF3-4C8B-9146-06EA6CC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5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450D-99EC-4A89-9531-10A76584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&amp; REVENUE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A40E5-B432-409B-B2E9-D48F5779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One connected journey creates value for every participant.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E6AE5-3F87-4EC3-947D-8B5DC95E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B746D"/>
                </a:solidFill>
                <a:latin typeface="Arial"/>
                <a:ea typeface="Arial"/>
                <a:cs typeface="Arial"/>
              </a:rPr>
              <a:t>KMRL UNIFIED TICKETING  /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17E89-B862-452A-9DBB-7DF96327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F7C54-1E0A-4484-B67A-009FECCB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5C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5C54"/>
                </a:solidFill>
                <a:latin typeface="Arial"/>
                <a:ea typeface="Arial"/>
                <a:cs typeface="Arial"/>
              </a:rPr>
              <a:t>Passengers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F8F53-C2DF-41B3-85A8-0E563AEC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9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Premium, guided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DE044-D9C3-43EF-B5EE-17C6243D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One booking, one payment, pickup-zone and driver guidance.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5509C-F234-4B36-8118-0B6C334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072A7-0C4C-4B97-BC2F-669CF14C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5C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5C54"/>
                </a:solidFill>
                <a:latin typeface="Arial"/>
                <a:ea typeface="Arial"/>
                <a:cs typeface="Arial"/>
              </a:rPr>
              <a:t>Drivers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74376-2B3E-42B9-94E3-70B8939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9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2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2D"/>
                </a:solidFill>
                <a:latin typeface="Arial"/>
                <a:ea typeface="Arial"/>
                <a:cs typeface="Arial"/>
              </a:rPr>
              <a:t>Ready passenger clusters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9E4A0-82BC-4700-88A7-72F3FFF6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Exact names, destinations, zones, fare, and a simple accept-to-complete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05946-0A2D-416D-AE16-E231B7EB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C36"/>
          </a:solidFill>
          <a:ln xmlns:a="http://schemas.openxmlformats.org/drawingml/2006/main" w="9525">
            <a:solidFill>
              <a:srgbClr val="093C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9ADBF-A833-4B8C-93DB-C5F7FFAF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DEB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DEB8C"/>
                </a:solidFill>
                <a:latin typeface="Arial"/>
                <a:ea typeface="Arial"/>
                <a:cs typeface="Arial"/>
              </a:rPr>
              <a:t>KMRL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416B4-8F79-40C4-AE75-9006DCD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1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last-mile 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C2D46-3252-4047-BF07-E875AFC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7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E7E0"/>
                </a:solidFill>
                <a:latin typeface="Arial"/>
                <a:ea typeface="Arial"/>
                <a:cs typeface="Arial"/>
              </a:rPr>
              <a:t>15% partner-driver commission. 100% feeder fare retention for KMRL-operated feeder buses.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AF44C-B78F-4F57-9BF1-49975CA5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6D"/>
                </a:solidFill>
                <a:latin typeface="Arial"/>
                <a:ea typeface="Arial"/>
                <a:cs typeface="Arial"/>
              </a:rPr>
              <a:t>Prototype proposal: listed routes, fares, zones, and revenue assumptions are demo data and require operational validation before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1517668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3C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4F695-BDF2-401F-A208-32802B61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5621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5C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6AEB2-6FF2-4932-95E5-ED2DB26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0BA19-CFBC-4D12-A35A-68CFD1D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57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Kochi Metro can own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complete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01B25-7B2E-4391-9047-FB84F776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452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EB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EB8C"/>
                </a:solidFill>
                <a:latin typeface="Arial"/>
                <a:ea typeface="Arial"/>
                <a:cs typeface="Arial"/>
              </a:rPr>
              <a:t>Not just a metro ticket — a reliable connection from station to destination.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95300" y="4324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978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43AB6-8B9A-4C73-9FB3-446321EA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D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DD6"/>
                </a:solidFill>
                <a:latin typeface="Arial"/>
                <a:ea typeface="Arial"/>
                <a:cs typeface="Arial"/>
              </a:rPr>
              <a:t>Passenger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86DD3-F4C0-4567-B477-FB1CEB3A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D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DD6"/>
                </a:solidFill>
                <a:latin typeface="Arial"/>
                <a:ea typeface="Arial"/>
                <a:cs typeface="Arial"/>
              </a:rPr>
              <a:t>Driver efficiency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6E45C-2901-4561-8D11-C91A0075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D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DD6"/>
                </a:solidFill>
                <a:latin typeface="Arial"/>
                <a:ea typeface="Arial"/>
                <a:cs typeface="Arial"/>
              </a:rPr>
              <a:t>KMRL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D5BC2-382E-40DB-995B-974C05B6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864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ticket. One journey. One connected mobility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A27A9-C530-46B0-A132-BCD64837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9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DD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DD6"/>
                </a:solidFill>
                <a:latin typeface="Arial"/>
                <a:ea typeface="Arial"/>
                <a:cs typeface="Arial"/>
              </a:rPr>
              <a:t>Live demo: Passenger Portal → Flask API → Driver Portal</a:t>
            </a:r>
          </a:p>
        </p:txBody>
      </p:sp>
    </p:spTree>
    <p:extLst>
      <p:ext uri="{BB962C8B-B14F-4D97-AF65-F5344CB8AC3E}">
        <p14:creationId xmlns:p14="http://schemas.microsoft.com/office/powerpoint/2010/main" val="1879066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2026-07-19T00:02:45.6920000Z</dcterms:created>
  <dcterms:modified xsi:type="dcterms:W3CDTF">2026-07-19T00:02:45.6920000Z</dcterms:modified>
</coreProperties>
</file>